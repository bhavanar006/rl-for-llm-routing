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LLM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Cost-Efficient and Quality-Aware Query Routing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60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Dujian Ding  ·  Ankur Mallick  ·  Chi Wang  ·  Robert Sim  ·  Subhabrata Mukherjee  ·  Victor Ruhle  ·  Laks V.S. Lakshmanan  ·  Ahmed Awadallah   —   UBC / Microsoft / Hippocratic AI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arXiv:2404.14618v1 [cs.LG]  ·  22 Apr 2024  ·  ICLR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gap between a small and large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14A"/>
                </a:solidFill>
              </a:rPr>
              <a:t>Small models are cheap but weaker. Large models are strong but expensive. For many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314A"/>
                </a:solidFill>
              </a:rPr>
              <a:t>“easy” queries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14A"/>
                </a:solidFill>
              </a:rPr>
              <a:t>, the small model's answer is already just as good.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MixInstruct queries: Llama-2 (13b) matches or beats GPT-3.5-turbo's response quality (BART score)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0F16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36792" y="1554480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H(x) := q(S(x)) - q(L(x))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EC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S(x): small model's response   L(x): large model's response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EC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q(·): BART-score response quality   H(x): the “quality gap”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33832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queries are those where H(x) ≥ 0 — the small model is at least as good.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61772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1A22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B4C9"/>
                </a:solidFill>
              </a:rPr>
              <a:t>Goal: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learn a router that sends easy queries to the small model and hard queries to the large model — seamlessly tunable at test time to trade quality for cost.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FORMALIZATION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0F16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600200"/>
            <a:ext cx="10643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: X → {0, 1}          route x to S(x) if r(x)=0,  else to L(x)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889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router r that decides, per query, whether the small or large model answers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3535680" cy="2468880"/>
          </a:xfrm>
          <a:prstGeom prst="roundRect">
            <a:avLst>
              <a:gd name="adj" fmla="val 2963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6118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score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7764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p_w(x) ∈ [0,1]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72000"/>
            <a:ext cx="307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learned estimate of Pr[H(x) ≥ 0] — large for “easy” queries where the small model is likely good enough.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920" y="3383280"/>
            <a:ext cx="3535680" cy="2468880"/>
          </a:xfrm>
          <a:prstGeom prst="roundRect">
            <a:avLst>
              <a:gd name="adj" fmla="val 2963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1520" y="36118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397764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 (tunable)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41520" y="4572000"/>
            <a:ext cx="307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test time, route to the small model if p_w(x) &gt; θ. Raising θ trades cost savings for quality; no retraining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2920" y="3383280"/>
            <a:ext cx="3535680" cy="2468880"/>
          </a:xfrm>
          <a:prstGeom prst="roundRect">
            <a:avLst>
              <a:gd name="adj" fmla="val 2963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1520" y="36118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advantage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1520" y="397764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routed to 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1520" y="4572000"/>
            <a:ext cx="307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efficiency metric: fraction of queries answered by the small model — always exactly one LLM call per query.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cascade or ensemble, exactly one model is ever called per query — no sequential fallback, no aggregation overhead.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DESIGN SPACE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router designs, in order of refinement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252728"/>
          </a:xfrm>
          <a:prstGeom prst="roundRect">
            <a:avLst>
              <a:gd name="adj" fmla="val 5839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1848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5C6B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84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r_det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527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Router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984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y_i^det = 1[ q(S(x_i)) ≥ q(L(x_i))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5087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 per model. Hard 0/1 label from a single comparison — the natural first attempt, borrowed from classical hybrid ML.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155680" cy="1252728"/>
          </a:xfrm>
          <a:prstGeom prst="roundRect">
            <a:avLst>
              <a:gd name="adj" fmla="val 5839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3580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2D6CD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0358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r_prob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944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Router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401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y_i^prob = Pr[ q(S(x_i)) ≥ q(L(x_i)) 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9260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10 responses per model; use the empirical probability as a soft label — captures LLM non-determinism that a single sample misses.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55680" cy="1252728"/>
          </a:xfrm>
          <a:prstGeom prst="roundRect">
            <a:avLst>
              <a:gd name="adj" fmla="val 5839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5312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7B4C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453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r_trans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361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+ Data Transformation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8188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y_i^trans(t) = Pr[ q(S(x_i)) ≥ q(L(x_i)) - t 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Relaxes the margin by t* when the large model dominates almost everywhere — otherwise labels collapse to all-zero and give no training signal.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DESIGN SPACE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data transformation is needed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large model dominates almost everywhere — e.g. FLAN-T5 (800m) vs Llama-2 (13b) — the raw label Pr[H(x)≥0] is 0 for ~90% of queries. That gives r_prob almost no signal to learn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6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560320"/>
            <a:ext cx="10643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 = argmax_t  (1/N²) Σ_(i,i’) | y_i^trans(t) − y_i’^trans(t) |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EC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the margin t that spreads the transformed labels furthest apart — found by grid search — turning a near-constant signal into a usable, balanced 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353568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4224528"/>
            <a:ext cx="201168" cy="201168"/>
          </a:xfrm>
          <a:prstGeom prst="ellipse">
            <a:avLst/>
          </a:prstGeom>
          <a:solidFill>
            <a:srgbClr val="E39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160520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transformation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1772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of labels collapse to 0. r_det and r_prob barely beat random routing.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920" y="4023360"/>
            <a:ext cx="353568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1520" y="4224528"/>
            <a:ext cx="201168" cy="201168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1560" y="4160520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for t*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41520" y="461772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t, score each choice by how well it separates queries, pick the maximizer.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2920" y="4023360"/>
            <a:ext cx="353568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1520" y="4224528"/>
            <a:ext cx="201168" cy="201168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71560" y="4160520"/>
            <a:ext cx="275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transformation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51520" y="461772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become well-balanced. r_trans clearly separates easy from hard queries.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EXPERIMENTS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candidate LLMs · MixInstruct dataset · DeBERTa-v3-large router · trained per model-pair, evaluated on held-out queries.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(MixInstruct)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5303520" cy="13716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 sample from MixInstruct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MixInstruct val 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MixInstruct test 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72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model pairs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331720"/>
          <a:ext cx="548640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FLAN-T5 (800m)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 (13b)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 (13b)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GPT-3.5-turbo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 (7b)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Llama-2 (13b)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4023360"/>
            <a:ext cx="11155680" cy="1965960"/>
          </a:xfrm>
          <a:prstGeom prst="roundRect">
            <a:avLst>
              <a:gd name="adj" fmla="val 3721"/>
            </a:avLst>
          </a:prstGeom>
          <a:solidFill>
            <a:srgbClr val="1A223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method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57200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quality: BART score (cheap to compute, correlates well with GPT-ranking / human judgment)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 cost advantage = % of queries routed to the small model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backbone: DeBERTa-v3-large (300M params), 1× A100 GPU, 5 training epochs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θ chosen via grid search on 500 validation samples, capped at ≤1% quality drop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EXPERIMENTS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 vs. quality drop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r_trans achieves the largest cost savings with the smallest quality drop — the gap widens as the small/large performance gap grows.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  <a:gridCol w="31089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Advantage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Llama-2(7b) / L: Llama-2(13b)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drop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Llama-2(13b) / L: GPT-3.5-turbo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drop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FLAN-T5(800m) / L: Llama-2(13b)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drop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 (r_trans)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160520"/>
            <a:ext cx="353568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251960"/>
            <a:ext cx="307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D1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drop at 40% cost advantage — small-gap pair (Llama-2 7b/13b)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2920" y="4160520"/>
            <a:ext cx="353568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41520" y="4251960"/>
            <a:ext cx="307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541520" y="498348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drop at 40% cost advantage — medium-gap pair (Llama-2 13b / GPT-3.5)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22920" y="4160520"/>
            <a:ext cx="353568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1520" y="4251960"/>
            <a:ext cx="307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351520" y="4983480"/>
            <a:ext cx="307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cost advantage evaluated, with no more than a few % quality drop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EXPERIMENTS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itself adds almost no overhead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forward pass through the 300M-parameter router is negligible next to autoregressive decoding on the LLMs it's choosing between.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(DeBERTa-v3-large)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2267712"/>
            <a:ext cx="54864" cy="310896"/>
          </a:xfrm>
          <a:prstGeom prst="roundRect">
            <a:avLst>
              <a:gd name="adj" fmla="val 66667"/>
            </a:avLst>
          </a:prstGeom>
          <a:solidFill>
            <a:srgbClr val="17B4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21024" y="21762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FLAN-T5 (800m)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3136392"/>
            <a:ext cx="201531" cy="310896"/>
          </a:xfrm>
          <a:prstGeom prst="roundRect">
            <a:avLst>
              <a:gd name="adj" fmla="val 18149"/>
            </a:avLst>
          </a:prstGeom>
          <a:solidFill>
            <a:srgbClr val="AEC0C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67691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Llama-2 (7b)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4005072"/>
            <a:ext cx="3500506" cy="310896"/>
          </a:xfrm>
          <a:prstGeom prst="roundRect">
            <a:avLst>
              <a:gd name="adj" fmla="val 11765"/>
            </a:avLst>
          </a:prstGeom>
          <a:solidFill>
            <a:srgbClr val="5C6B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66666" y="3913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7.99s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00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Llama-2 (13b)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4873752"/>
            <a:ext cx="6400800" cy="310896"/>
          </a:xfrm>
          <a:prstGeom prst="roundRect">
            <a:avLst>
              <a:gd name="adj" fmla="val 11765"/>
            </a:avLst>
          </a:prstGeom>
          <a:solidFill>
            <a:srgbClr val="2431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66960" y="47823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14.61s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8064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A22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4C9"/>
                </a:solidFill>
              </a:rPr>
              <a:t>~10× faster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than even the fastest candidate LLM (FLAN-T5 800m) — the routing decision is effectively free.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abstraction, in production LLM routers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(X, S, L, router r, quality metric q) abstraction from Hybrid LLM maps directly onto today's binary and multi-model routing products: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35680" cy="3566160"/>
          </a:xfrm>
          <a:prstGeom prst="roundRect">
            <a:avLst>
              <a:gd name="adj" fmla="val 2586"/>
            </a:avLst>
          </a:prstGeom>
          <a:solidFill>
            <a:srgbClr val="1A22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RouteLLM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98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router trained on human preference data; ships deterministic and probabilistic variants nearly identical to r_det / r_prob.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709160"/>
            <a:ext cx="2987040" cy="10973"/>
          </a:xfrm>
          <a:prstGeom prst="rect">
            <a:avLst/>
          </a:prstGeom>
          <a:solidFill>
            <a:srgbClr val="3E4C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8463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7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r_det / r_prob, trained on preference data instead of BART 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2920" y="2148840"/>
            <a:ext cx="3535680" cy="3566160"/>
          </a:xfrm>
          <a:prstGeom prst="roundRect">
            <a:avLst>
              <a:gd name="adj" fmla="val 2586"/>
            </a:avLst>
          </a:prstGeom>
          <a:solidFill>
            <a:srgbClr val="1A22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7240" y="23774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Martian / Not Diamond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7240" y="2926080"/>
            <a:ext cx="298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or custom-trained router sends each query to the model expected to perform best under a cost/quality target.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87240" y="4709160"/>
            <a:ext cx="2987040" cy="10973"/>
          </a:xfrm>
          <a:prstGeom prst="rect">
            <a:avLst/>
          </a:prstGeom>
          <a:solidFill>
            <a:srgbClr val="3E4C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7240" y="48463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7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router with a tunable quality threshold 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2920" y="2148840"/>
            <a:ext cx="3535680" cy="3566160"/>
          </a:xfrm>
          <a:prstGeom prst="roundRect">
            <a:avLst>
              <a:gd name="adj" fmla="val 2586"/>
            </a:avLst>
          </a:prstGeom>
          <a:solidFill>
            <a:srgbClr val="1A22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7240" y="23774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/ Unify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97240" y="2926080"/>
            <a:ext cx="298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over many {f_i} with a lightweight router; some now expose per-request quality/cost sliders.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97240" y="4709160"/>
            <a:ext cx="2987040" cy="10973"/>
          </a:xfrm>
          <a:prstGeom prst="rect">
            <a:avLst/>
          </a:prstGeom>
          <a:solidFill>
            <a:srgbClr val="3E4C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97240" y="48463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7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the {S, L} marketplace, generalized to N models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2026-09-04T18:58:29Z</dcterms:created>
  <dcterms:modified xsi:type="dcterms:W3CDTF">2026-09-04T18:58:29Z</dcterms:modified>
</cp:coreProperties>
</file>