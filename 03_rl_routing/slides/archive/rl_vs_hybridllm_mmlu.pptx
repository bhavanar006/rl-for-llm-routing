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A6F9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flan-t5-small
(0.011)</c:v>
                  </c:pt>
                  <c:pt idx="1">
                    <c:v>flan-t5-base
(0.036)</c:v>
                  </c:pt>
                  <c:pt idx="2">
                    <c:v>flan-t5-large
(0.111)</c:v>
                  </c:pt>
                  <c:pt idx="3">
                    <c:v>flan-t5-xl
(0.429)</c:v>
                  </c:pt>
                  <c:pt idx="4">
                    <c:v>llama-2-7b-chat
(1.000)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29.3</c:v>
                </c:pt>
                <c:pt idx="1">
                  <c:v>33.4</c:v>
                </c:pt>
                <c:pt idx="2">
                  <c:v>42</c:v>
                </c:pt>
                <c:pt idx="3">
                  <c:v>49.8</c:v>
                </c:pt>
                <c:pt idx="4">
                  <c:v>45.6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RL Orchestrator vs HybridLLM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Quality comparison on MMLU (accuracy-based, no judge model)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F335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At about 0.24 of Llama-2's cost, RL reaches 47.5% accuracy, ahead of HybridLLM on two of three pairs; on the third, HybridLLM needs 80% more compute to edge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Setup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Same five models and cost scale as the MixInstruct study; every question scored once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ect">
            <a:avLst/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&amp; scoring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MMLU, zero-shot, 4 options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Pool: 14,042 test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Held-out: 1,531 validation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One forward pass per model; correctness table cached once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3200400"/>
          </a:xfrm>
          <a:prstGeom prst="rect">
            <a:avLst/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71600"/>
            <a:ext cx="2606040" cy="45720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RL orchestrator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Online over the pool; reward = +1/-1 correctness minus lambda x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DeBERTa-v3-small encoder, 5-way value head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Retrained at lambda = 0.25, 0.5, 1, 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Best picked by utility at fixed lambda_eval = 0.5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3200400"/>
          </a:xfrm>
          <a:prstGeom prst="rect">
            <a:avLst/>
          </a:prstGeom>
          <a:solidFill>
            <a:srgbClr val="F4F6FA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371600"/>
            <a:ext cx="2606040" cy="457200"/>
          </a:xfrm>
          <a:prstGeom prst="rect">
            <a:avLst/>
          </a:prstGeom>
          <a:solidFill>
            <a:srgbClr val="2A6F9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7220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HybridLLM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3 pairs: small / large / xl + Llama-2-7b-chat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Router: DeBERTa-v3-small, 9,500 labelled questions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Labels r_det and r_trans from the same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</a:rPr>
              <a:t>Threshold sweep on held-out set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Bigger is not better here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Held-out accuracy of each model alone (cost = params / 7B)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394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7F00"/>
                </a:solidFill>
              </a:rPr>
              <a:t>49.8%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286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flan-t5-xl beats Llama-2-7b-chat (45.6%) at 43% of its cost.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31546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HybridLLM assumes the larger model is better. That fails for the small_gap pair, so a router has little reason to ever pick Llama.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RL: lambda = 0.25 gives the best trade-off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Four independently trained policies, judged on held-out utility at fixed lambda_eval = 0.5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463040"/>
                <a:gridCol w="146304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lambda trained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utility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share to Llama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0.238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47.5%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-0.169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8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0.112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42.1%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-0.214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38.5%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-0.266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2.00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33.4%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-0.349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The chosen policy sends 787 held-out questions to flan-t5-xl and 744 to flan-t5-base, and none to Llama. It also beats every single-model baseline on utility (best baseline: -0.216).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Matched-cost result: RL leads on two of three pairs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RL at cost 0.238 and 47.5% accuracy vs HybridLLM at the nearest operating point; paired bootstrap 95% CI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097280"/>
                <a:gridCol w="118872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pair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Hybrid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Hybrid acc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RL - 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95% CI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large_gap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r_det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+12.3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[+9.3, +15.5]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RL better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large_gap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r_trans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+10.1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[+7.1, +13.1]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RL better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r_det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43.6%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+3.8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[+0.9, +6.6]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RL better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medium_gap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r_trans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43.3%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+4.2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[+1.5, +6.9]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</a:rPr>
                        <a:t>RL better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small_gap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r_det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49.8%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-2.4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[-4.2, -0.5]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Hybrid better*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small_gap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r_trans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49.8%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-2.4 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[-4.2, -0.5]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</a:rPr>
                        <a:t>Hybrid better*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77D"/>
                </a:solidFill>
              </a:rPr>
              <a:t>*small_gap's router predicts flan-t5-xl for almost every question, so it only reaches cost 0.429 or 1.0. That row compares HybridLLM at about 80% more compute than RL, not a same-cost test.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Cost-accuracy curves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RL (orange) sits above both HybridLLM label types for the large and medium gaps</a:t>
            </a:r>
            <a:endParaRPr lang="en-US" sz="1300" dirty="0"/>
          </a:p>
        </p:txBody>
      </p:sp>
      <p:pic>
        <p:nvPicPr>
          <p:cNvPr id="4" name="Image 0" descr="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8412480" cy="2478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Red star: adopted RL policy. Dark red diamonds: independently trained lambda points. Crosses: each model used alone.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</a:rPr>
              <a:t>Takeaways and caveats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566160"/>
          </a:xfrm>
          <a:prstGeom prst="rect">
            <a:avLst/>
          </a:prstGeom>
          <a:solidFill>
            <a:srgbClr val="FDF1E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</a:rPr>
              <a:t>What the results show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RL gets 47.5% at cost 0.238, with 12 pt and 4 pt gains over HybridLLM on large and medium gaps.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It learned to avoid Llama entirely, because flan-t5-xl is both better and cheaper on MMLU.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Oracle routing reaches 80.9% at cost 0.18, so routing headroom is large.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566160"/>
          </a:xfrm>
          <a:prstGeom prst="rect">
            <a:avLst/>
          </a:prstGeom>
          <a:solidFill>
            <a:srgbClr val="E8F0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F97"/>
                </a:solidFill>
              </a:rPr>
              <a:t>Caveats to state upfront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small_gap verdict is not a matched-cost comparison.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Best lambda is the smallest in the grid, so lower values were not tested.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Lambda was chosen on the same held-out set used for reporting, which slightly favours RL.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</a:rPr>
              <a:t>Single seed, zero-shot prompts; RL saw 14k streamed queries vs 9.5k labels for the routers.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2026-10-05T08:22:20Z</dcterms:created>
  <dcterms:modified xsi:type="dcterms:W3CDTF">2026-10-05T08:22:20Z</dcterms:modified>
</cp:coreProperties>
</file>