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B73"/>
                </a:solidFill>
                <a:latin typeface="Arial"/>
              </a:rPr>
              <a:t>Total cost, trillions of parameter-calls (hybrid serving = midpoint)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Label-building (train phase)</c:v>
                </c:pt>
              </c:strCache>
            </c:strRef>
          </c:tx>
          <c:spPr>
            <a:solidFill>
              <a:srgbClr val="3C5560"/>
            </a:solidFill>
            <a:effectLst/>
          </c:spPr>
          <c:invertIfNegative val="0"/>
          <c:dLbls>
            <c:numFmt formatCode="#,##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RL (15k)</c:v>
                  </c:pt>
                  <c:pt idx="1">
                    <c:v>Hybrid: small gap</c:v>
                  </c:pt>
                  <c:pt idx="2">
                    <c:v>Hybrid: medium gap</c:v>
                  </c:pt>
                  <c:pt idx="3">
                    <c:v>Hybrid: large gap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100</c:v>
                </c:pt>
                <c:pt idx="2">
                  <c:v>77.8</c:v>
                </c:pt>
                <c:pt idx="3">
                  <c:v>70.8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Serving / routed queries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#,##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RL (15k)</c:v>
                  </c:pt>
                  <c:pt idx="1">
                    <c:v>Hybrid: small gap</c:v>
                  </c:pt>
                  <c:pt idx="2">
                    <c:v>Hybrid: medium gap</c:v>
                  </c:pt>
                  <c:pt idx="3">
                    <c:v>Hybrid: large gap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56.86</c:v>
                </c:pt>
                <c:pt idx="1">
                  <c:v>25</c:v>
                </c:pt>
                <c:pt idx="2">
                  <c:v>19.45</c:v>
                </c:pt>
                <c:pt idx="3">
                  <c:v>17.7</c:v>
                </c:pt>
              </c:numCache>
            </c:numRef>
          </c:val>
        </c:ser>
        <c:dLbls>
          <c:numFmt formatCode="#,##0.0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5B6B73"/>
                </a:solidFill>
                <a:latin typeface="Arial"/>
              </a:rPr>
              <a:t>% of queries sent to each agent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Whole run</c:v>
                </c:pt>
              </c:strCache>
            </c:strRef>
          </c:tx>
          <c:spPr>
            <a:solidFill>
              <a:srgbClr val="8FC3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small</c:v>
                  </c:pt>
                  <c:pt idx="1">
                    <c:v>base</c:v>
                  </c:pt>
                  <c:pt idx="2">
                    <c:v>large</c:v>
                  </c:pt>
                  <c:pt idx="3">
                    <c:v>xl</c:v>
                  </c:pt>
                  <c:pt idx="4">
                    <c:v>llama-2-7b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13.98</c:v>
                </c:pt>
                <c:pt idx="1">
                  <c:v>20.11</c:v>
                </c:pt>
                <c:pt idx="2">
                  <c:v>9.99</c:v>
                </c:pt>
                <c:pt idx="3">
                  <c:v>6.57</c:v>
                </c:pt>
                <c:pt idx="4">
                  <c:v>49.35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Last 20%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small</c:v>
                  </c:pt>
                  <c:pt idx="1">
                    <c:v>base</c:v>
                  </c:pt>
                  <c:pt idx="2">
                    <c:v>large</c:v>
                  </c:pt>
                  <c:pt idx="3">
                    <c:v>xl</c:v>
                  </c:pt>
                  <c:pt idx="4">
                    <c:v>llama-2-7b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15.07</c:v>
                </c:pt>
                <c:pt idx="1">
                  <c:v>13</c:v>
                </c:pt>
                <c:pt idx="2">
                  <c:v>11.73</c:v>
                </c:pt>
                <c:pt idx="3">
                  <c:v>4.37</c:v>
                </c:pt>
                <c:pt idx="4">
                  <c:v>55.83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5B6B7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totals = label-building (exact: 10k x (S+L params)) + 5k test queries at midpoint routing assumption. RL = sum of params of the model actually called, over 15k queries. Ratios use midpoint: 2.20x, 1.71x, 1.56x.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Route Queries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Five LLMs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RL orchestrator vs. the HybridLLM approach: a total-cost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0" y="3566160"/>
            <a:ext cx="1005840" cy="10058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88.5T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Bhavana  |  IIT Gandhinagar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not every query needs the biggest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models, cheapest to costliest. Cost is measured by parameter count, normalised so Llama-2-7b = 1.0.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8FC3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990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0.011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25603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8FC3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76272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0.036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03904" y="22402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1C7C7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03904" y="2350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780M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0.111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12464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flan-t5-large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1920240"/>
            <a:ext cx="1463040" cy="1783080"/>
          </a:xfrm>
          <a:prstGeom prst="roundRect">
            <a:avLst>
              <a:gd name="adj" fmla="val 5000"/>
            </a:avLst>
          </a:prstGeom>
          <a:solidFill>
            <a:srgbClr val="1C7C7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31536" y="2029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0.429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flan-t5-xl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9168" y="1600200"/>
            <a:ext cx="1463040" cy="2103120"/>
          </a:xfrm>
          <a:prstGeom prst="roundRect">
            <a:avLst>
              <a:gd name="adj" fmla="val 5000"/>
            </a:avLst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59168" y="1709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1.000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llama-2-7b-chat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send each query to the cheapest model that still satisfies the user.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RL orchestrator learns on every query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encoded by DeBERTa-v3-small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79192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9192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pick of 1 of 5 models (ε 0.30 → 0.05)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6824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chosen model generates an answer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31536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34456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34456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31536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22976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−1 satisfaction − λ·cost (λ = 0.5)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59168" y="1280160"/>
            <a:ext cx="1481328" cy="192024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62088" y="1417320"/>
            <a:ext cx="475488" cy="475488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62088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1965960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the chosen model’s predicted value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15,000 queries: no train/test split, no frozen policy. The system is always deciding and learning.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here is a proxy: BARTScore ≥ τ (−4.55) → +1. In deployment this is a real thumbs up/down; nothing else changes.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15,000 queries, two very different pipelines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3716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3C5560"/>
          </a:solidFill>
          <a:ln w="12700">
            <a:solidFill>
              <a:srgbClr val="3C55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HybridLLM (paper-faithful)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train queries: every one is sent to both the small and large model to build labels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trained once, then frozen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test queries routed with the frozen router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three pairs: small, medium and large capability gap (all with Llama-2-7b as the large model)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3480" y="13716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orchestrator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15k queries are both training and serving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chosen model is ever called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 after every query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one orchestrator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costs 1.6–2.2× less than HybridLLM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63640" y="11887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280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56.9T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total cost, 15k queries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HybridLLM total (mid):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125T / 97.3T / 88.5T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best-case large-gap (71.2T) is 1.25× RL.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label-building dominates HybridLLM’s bill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≈80%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HybridLLM’s cost is label-building: both models run on every train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918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call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for RL: the orchestrator never asks the models it did not pick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3.8B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774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params per RL query, vs 5.9B (large-gap) to 8.3B (small-gap) for HybridLLM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comes from the training design, not from RL being cheaper at serving time.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orchestrator learned to delegate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reward: +0.385 whole run, +0.454 in the last 20%.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satisfaction: +0.656 on the ±1 scale, i.e. about 83% of answers pass τ (proxy).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still takes about half the traffic, and its share grows as ε shrinks. The reward weights quality more than cost at λ = 0.5.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of the five models (1,500 held-out queries)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1280160"/>
                <a:gridCol w="1188720"/>
                <a:gridCol w="118872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@ 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flan-t5-small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flan-t5-large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flan-t5-xl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−4.344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llama-2-7b-chat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−3.424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Llama is clearly ahead: it passes τ on 91% of queries against 50–58% for every flan-t5 model. Its answers are about 5× longer (40 vs 8 words) and match the references far better (ROUGE-L 0.22 vs 0.09–0.10). The four flan-t5 models are hard to tell apart on this metric.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equal serving cost, RL matches HybridLLM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1188720"/>
                <a:gridCol w="1005840"/>
                <a:gridCol w="1005840"/>
                <a:gridCol w="10058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@ 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−3.424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(trained)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large gap (r_det)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large gap (r_trans)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medium gap (r_det)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medium gap (r_trans)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small gap (r_det)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small gap (r_trans)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HybridLLM is read at the threshold whose cost is closest to RL’s. In 5 of 6 comparisons the BARTScore difference is not significant (95% bootstrap CI); medium-gap r_det is better by 0.08. The small-gap pair is weaker because 57% of its traffic goes to flan-t5-xl.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Cost–quality curves overlap near the top</a:t>
            </a:r>
            <a:endParaRPr lang="en-US" sz="2600" dirty="0"/>
          </a:p>
        </p:txBody>
      </p:sp>
      <p:pic>
        <p:nvPicPr>
          <p:cNvPr id="3" name="Image 0" descr="/home/claude/deck/plot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6126480" cy="3044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8632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gap: t5-small + Llama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2594244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gap: t5-large + Llama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8535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gap: t5-xl + Llama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417320"/>
            <a:ext cx="2011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mean BARTScore. Bottom row: pass rate. X axis: cost per query (log).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star = trained RL policy. Orange markers = RL at other λ (each marker is a real operating point).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RL’s cost the curves coincide. RL can also go below the small-gap pair’s floor (cost 0.43).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quality, 1.7–2.2× less total compute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463040"/>
                <a:gridCol w="1280160"/>
                <a:gridCol w="11887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label-building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serving (5k)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total (15k)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/ 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101.1T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trillions of parameter-calls. Label-building is exact (10k queries × both models). Serving assumes HybridLLM answers 5k test queries at the cost measured above (≈0.67 of Llama). RL’s total covers all 15k queries, learning included.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comes from label-building (≈75–80% of HybridLLM’s total), not from cheaper serving.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routers over-use Llama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914400"/>
                <a:gridCol w="914400"/>
                <a:gridCol w="914400"/>
                <a:gridCol w="91440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(% of queries)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t5-small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t5-base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t5-large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t5-xl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(trained)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large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medium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small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(cheapest model that passes 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3375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oracle could answer over half of the queries with flan-t5-small and still pass τ, and needs Llama for only a quarter. Both routers see only the query text, which limits how well they can tell easy queries from hard ones. RL never uses flan-t5-xl: it learned xl is not worth its cost.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 and 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these before presenting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measured with BARTScore, which is also the training signal. ROUGE-L agrees (0.20 for RL and the large/medium pairs, 0.18 for small gap).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BARTScore differences have confidence intervals; pass-rate and utility gaps in the table do not.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eval set (1,500 queries) and one trained router per pair and label.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count generation parameters only; router and BARTScore compute are excluded on both sides.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a simple exact-match dataset, where quality needs no BARTScore.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confidence intervals to pass-rate and utility; repeat with several seeds.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richer routing signal to close the gap to the oracle.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BARTScore proxy with real user feedback.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Cost-Aware LLM Routing: RL Orchestrator vs HybridLLM</dc:title>
  <dc:subject>PptxGenJS Presentation</dc:subject>
  <dc:creator>PptxGenJS</dc:creator>
  <cp:lastModifiedBy>PptxGenJS</cp:lastModifiedBy>
  <cp:revision>1</cp:revision>
  <dcterms:created xsi:type="dcterms:W3CDTF">2026-10-03T17:42:39Z</dcterms:created>
  <dcterms:modified xsi:type="dcterms:W3CDTF">2026-10-03T17:42:39Z</dcterms:modified>
</cp:coreProperties>
</file>