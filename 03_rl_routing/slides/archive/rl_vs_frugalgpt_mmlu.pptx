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854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Orchestrator vs the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FrugalGPT LLM Cascade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F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accuracy on MMLU, with HybridLLM for reference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comparison paper: FrugalGPT (LLM cascade)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Chen, Zaharia, Zou (Stanford). arXiv 2305.05176; TMLR per the authors’ repository.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AF1F2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8580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model answers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g(q, a) → [0,1]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τ1 → return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 →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AF1F2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42900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model answers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g(q, a)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τ2 → return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62356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rejected →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377440" cy="1417320"/>
          </a:xfrm>
          <a:prstGeom prst="roundRect">
            <a:avLst>
              <a:gd name="adj" fmla="val 5161"/>
            </a:avLst>
          </a:prstGeom>
          <a:solidFill>
            <a:srgbClr val="EAF1F2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72200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828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answers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scorer needed</a:t>
            </a:r>
            <a:endParaRPr lang="en-US" sz="12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returned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089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function: a DistilBERT regression per LLM, trained to predict whether that LLM’s answer is correct.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list and thresholds are chosen to maximise accuracy under an average-cost budget (cascade length 3).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RL and HybridLLM, it may call several models per query, and its cost includes the rejected attempts.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Setup: same models, same questions, same cost scale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with the RL study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models: flan-t5 small/base/large/xl and Llama-2-7b-chat. Cost = parameters / 7B. MMLU zero-shot; 1,531 held-out questions never used for training or tuning.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1887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Cascade learning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459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9,500 pool questions: 6,500 train the scoring functions, 3,000 tune lists and thresholds. All 5 models answer every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315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scoring functions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32918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DistilBERT on question + answer, as in the paper. B: logistic regression on the model’s own confidence (our extension, not in the paper).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3E0E3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8463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2918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ordered lists of up to 3 models × threshold grid: 38,005 candidate cascades, best one kept per cost budget.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score tell right answers from wrong ones?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43000"/>
          <a:ext cx="8046720" cy="2066544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AUROC: model’s own 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AUROC: scorer A (text)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AUROC: scorer B (confidence)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flan-t5-small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flan-t5-large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flan-t5-xl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llama-2-7b-chat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29184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 0.5 means no information, 1.0 means perfect. Every signal is weak: 0.54–0.73 on held-out questions. Only flan-t5-xl and Llama give a usable signal, and the text scorer is no better than the model’s own confidence. A cascade can only be as good as this signal.</a:t>
            </a:r>
            <a:endParaRPr lang="en-US" sz="1300" dirty="0"/>
          </a:p>
        </p:txBody>
      </p:sp>
      <p:sp>
        <p:nvSpPr>
          <p:cNvPr id="3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 beats the cascade at λ = 0.25, but not at low λ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010144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policy (λ)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A (paper)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− A (95% 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Cascade B (+confidence)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− B (95% CI)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 pt [−3.4, +0.3]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 pt [−4.4, −0.3]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−3.9 pt [−6.5, −1.2]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−4.2 pt [−6.7, −1.8]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(adopted)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 pt [+1.6, +6.5]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 pt [+0.6, +5.5]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 pt [0.0, +0.3]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 pt [0.0, +0.3]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+4.2 pt [+1.4, +6.9]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 pt [−0.6, +4.8]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0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+1.4 pt [−0.3, +3.1]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 pt [0.0, 0.0]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cascade is the operating point nearest in cost to that RL policy (within 0.02, except λ = 0.1 vs B: 0.08). Of 12 comparisons, RL is significantly ahead in 3, the cascade in 3 (λ = 0.05 vs B; λ = 0.1 vs A and B), and 6 are ties. At λ = 0.1 RL sends 62% of queries to Llama-2 even though flan-t5-xl is cheaper and more accurate, so low-λ training looks unstable (one run per λ; seed noise not tested). At λ = 0.5 and 2 both methods use one model, so those rows say little.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learned cascade at cost 0.24 (A): flan-t5-large (accept if score ≥ 0.24) → flan-t5-base (≥ 0.41) → flan-t5-xl.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Cost–accuracy curves</a:t>
            </a:r>
            <a:endParaRPr lang="en-US" sz="2600" dirty="0"/>
          </a:p>
        </p:txBody>
      </p:sp>
      <p:pic>
        <p:nvPicPr>
          <p:cNvPr id="6" name="Picture 5" descr="new_fig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8412480" cy="3108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cascades sit at or above the HybridLLM curves for costs of 0.1–0.4 and reach about 50% near cost 0.45–0.6, level with flan-t5-xl alone. RL’s adopted policy (red star) is above both cascades at cost 0.24. But the two new independently trained points (λ = 0.05 at cost 0.30, λ = 0.1 at 0.69) fall below the cascades and far below RL’s dashed reweighted curve, so that curve is not an achievable RL frontier above cost 0.25.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 did not beat the best single model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487168"/>
        </p:xfrm>
        <a:graphic>
          <a:graphicData uri="http://schemas.openxmlformats.org/drawingml/2006/table">
            <a:tbl>
              <a:tblPr/>
              <a:tblGrid>
                <a:gridCol w="512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single model (flan-t5-xl)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Llama-2-7b-chat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RL, adopted policy (λ = 0.25)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FrugalGPT cascade A, largest budget (picked on tuning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FrugalGPT cascade B, largest budget (picked on tuning split)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 small gap, best threshold (picked on held-out)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Oracle: cheapest correct model (questions no model solves go to Llama)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reports cascades that beat the best single LLM. Here they only match it. The oracle shows the models are strongly complementary (80.9% reachable), but the scores are too weak to find which question suits which model, so the cascade cannot exploit that. HybridLLM’s 50.2% is the best threshold on the held-out set, so it is optimistic.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cascade is the most expensive to build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2395728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 cost / query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or label-building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Serving 1,531 questions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55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 (learns online over the pool)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35.4T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F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HybridLLM, large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2.51T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69.8T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HybridLLM, medium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HybridLLM, small gap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FrugalGPT cascade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2.61T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108.2T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FrugalGPT cascade 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105.5T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B1F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108.1T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5661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Trillions of parameter-calls. The cascade needs every model’s answer on every training question (9,500 × 11.1B = 105.5T) to learn its scorers and thresholds, about 2.8× RL’s total. Serving costs at the matched point are similar, except HybridLLM small gap, which cannot go below cost 0.43. RL’s total counts only the adopted λ = 0.25 policy; the five other policies trained to choose λ are not included.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 and caveats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results show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matched cost, RL beats the cascade at λ = 0.25 (+3 to +4 pt) but not at low λ: the cascade is ahead at λ = 0.05 and 0.1.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RL’s adopted policy needs about 2.8× less total compute than the cascade and 1.8–2.6× less than HybridLLM (before counting the λ grid).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reason for RL’s win at λ = 0.25 (not tested): RL reads the question before running anything, while the cascade must judge answers from weak confidence signals.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846320" y="1463040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RL’s λ = 0.25 was picked by held-out utility, so its headline point is slightly optimistic.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streamed all 14,042 pool questions; the cascade and HybridLLM used 9,500.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 per λ, one dataset, zero-shot MMLU where small models are near chance. Low-λ RL policies (0.05, 0.1) trained unstably.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and router compute are excluded; DistilBERT would add about 0.009 per scored answer to cascade A.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total compute covers one policy; choosing λ meant training six.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1378</Words>
  <Application>Microsoft Macintosh PowerPoint</Application>
  <PresentationFormat>On-screen Show (16:9)</PresentationFormat>
  <Paragraphs>208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RL Orchestrator vs FrugalGPT LLM Cascade (MMLU)</dc:title>
  <dc:subject>PptxGenJS Presentation</dc:subject>
  <dc:creator>PptxGenJS</dc:creator>
  <cp:lastModifiedBy>Bhavana Ravi</cp:lastModifiedBy>
  <cp:revision>2</cp:revision>
  <dcterms:created xsi:type="dcterms:W3CDTF">2026-10-11T23:57:56Z</dcterms:created>
  <dcterms:modified xsi:type="dcterms:W3CDTF">2026-10-12T16:20:40Z</dcterms:modified>
</cp:coreProperties>
</file>